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300" d="100"/>
          <a:sy n="300" d="100"/>
        </p:scale>
        <p:origin x="-8320" y="-2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06FC7-DEFF-8AF6-7F5C-C33AA44EC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A1B59-2E99-1874-8185-F81A19CD7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751D48-5E92-4556-1BC9-3ABD9D1C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DF4E9E-0C96-2AC3-CB8B-B1B7ED642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91A3D7-EB32-4A0E-6243-AFF2C9D0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44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26DE6-2F32-BF58-D68B-7B0A74C8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CCC8-DD01-D926-B52C-4C2B3E911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2F9732-72CA-772A-9153-B0D9AC3E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B62D41-446E-E37B-DB7D-41662733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B46414-A32C-D2D1-AD5C-2A72140B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6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029E9-294F-7666-30B9-36DE40BA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AFC4D9-A32A-32FE-67B2-8592FF40E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EFFA33-F2D8-9CFF-BC16-079BCE71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8BB47A-1CC8-BBD2-BA01-371F78FC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ECEFCC-0749-B0E4-0062-C49D4559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02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C682B-3E17-3507-9EB1-E3D1CCFD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B75B7C-518E-BB5B-4713-6FC70AE50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E77B12-5D5A-39E6-8C5E-558904803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F2CE6E-F5DF-DB26-01B7-1E474692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7994AE-9DCD-5E29-F79D-1A2E3FE3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18A5FE-F5F2-817D-0AA2-282CCBEA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30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290B0-31F3-A7A2-6F20-9F2F84A2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7896D-EA64-303F-5ED8-E7F4D768A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379EFE-A171-8462-015D-1D3AD70C4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FD83D2-6D07-2BC8-D43C-97DAAA61B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C9F8C7-2721-54E4-8DC6-36DF1586D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6956A0-8EF6-232E-5D8D-96DDA4F8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B1C764-D430-A4E9-9207-3151B6A5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862DA3-59B5-D343-F145-DCE3927C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01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51B9-B6D6-1CDE-FFB8-5C02EC36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B842A1-1A0A-C62F-476E-AEE82F5B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21C0E3-EBF3-EF27-FFC8-3C2B2C59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D848F6-46CC-C0F9-F8C5-474EC4A5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20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E91CC0-C3F2-E9B3-E93F-C0EF9FC1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057AA4-A32B-9AE0-0B0B-711F8868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96725A-D511-FE68-B31F-0B49072D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2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EF1D2-5271-7403-0B46-AA695BF9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D2FD68-4E90-63B3-E9B0-41DE6F56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52082B-2C3F-3ECF-D60C-70FA4497E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5D2D6C-7B6F-76E8-708B-B9859447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3F24E-9579-4EE1-BF0F-FAD651ED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C61617-3503-3742-2D7A-25526AC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4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EEC34-709B-A13D-04E2-C8DC94259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5A2129-0260-4DAF-191F-6F1D85A06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862DC6-4584-ACCD-5D8E-6D0B50D77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80D38-A2F5-5DFF-C233-8321D5AF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F6EB8A-E396-605F-CE76-CD9B9B56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20FD17-88A5-0441-DFA7-E22628D9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96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2F78F-2D44-657A-7DED-D7C92B6F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567FFA-64B9-1166-8179-735248D3F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F9A909-049E-3246-8A6A-D6F3068E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370ACD-3B39-DD43-5727-ACD00D4D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8D8B83-9EC8-F0FD-3492-163D1846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30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C2DCD1-0950-DC99-25D8-1BA69DF35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F0CAFE-6F60-89AD-5836-3FC8DA5CA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42AE79-9982-1572-043E-822A7F36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A21364-5A2E-8E62-84C0-230BAC13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408569-EC80-C719-7E4A-3E2BFABF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32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6DD412-633B-B478-6B84-00C858D2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E471AC-EC8C-F8B3-22E4-DDDB9540C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477F34-D000-7BED-6AB3-16C3D0671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84FED-4B30-4DF6-BB30-F99FEDC3385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6A8794-5FFC-81A9-FCCA-908FC4FA9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F2801B-76C7-2342-FD25-481E77152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0C7B5-F574-4343-9594-2B3627159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73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C3D60E2-19E7-39C3-CF45-6A68B577A594}"/>
              </a:ext>
            </a:extLst>
          </p:cNvPr>
          <p:cNvSpPr/>
          <p:nvPr/>
        </p:nvSpPr>
        <p:spPr>
          <a:xfrm>
            <a:off x="5473788" y="1809881"/>
            <a:ext cx="731520" cy="73152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CFA3F4F9-F274-FA43-DE6D-1B4DC7D90F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530" y="2330672"/>
            <a:ext cx="190936" cy="190936"/>
          </a:xfrm>
          <a:prstGeom prst="rect">
            <a:avLst/>
          </a:prstGeom>
        </p:spPr>
      </p:pic>
      <p:pic>
        <p:nvPicPr>
          <p:cNvPr id="12" name="Imagem 11" descr="Forma&#10;&#10;O conteúdo gerado por IA pode estar incorreto.">
            <a:extLst>
              <a:ext uri="{FF2B5EF4-FFF2-40B4-BE49-F238E27FC236}">
                <a16:creationId xmlns:a16="http://schemas.microsoft.com/office/drawing/2014/main" id="{57FD1194-68AF-2E6E-94F7-B31CAA50A26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63" y="1809881"/>
            <a:ext cx="580170" cy="580170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B59745C3-4C40-593A-6AC1-3954D0F5D19F}"/>
              </a:ext>
            </a:extLst>
          </p:cNvPr>
          <p:cNvSpPr/>
          <p:nvPr/>
        </p:nvSpPr>
        <p:spPr>
          <a:xfrm>
            <a:off x="6717050" y="1809881"/>
            <a:ext cx="731520" cy="731520"/>
          </a:xfrm>
          <a:prstGeom prst="rect">
            <a:avLst/>
          </a:prstGeom>
          <a:noFill/>
          <a:ln w="3175">
            <a:solidFill>
              <a:srgbClr val="3B44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C21B64E9-6619-8AC4-69A9-5C93DB2F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792" y="2330672"/>
            <a:ext cx="190936" cy="190936"/>
          </a:xfrm>
          <a:prstGeom prst="rect">
            <a:avLst/>
          </a:prstGeom>
        </p:spPr>
      </p:pic>
      <p:pic>
        <p:nvPicPr>
          <p:cNvPr id="17" name="Imagem 16" descr="Forma&#10;&#10;O conteúdo gerado por IA pode estar incorreto.">
            <a:extLst>
              <a:ext uri="{FF2B5EF4-FFF2-40B4-BE49-F238E27FC236}">
                <a16:creationId xmlns:a16="http://schemas.microsoft.com/office/drawing/2014/main" id="{96E7ED00-5CC8-07BB-9B3F-47E75F903F6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725" y="1809881"/>
            <a:ext cx="580170" cy="58017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BCD8F55-9DA5-2648-42C8-6966CCFC0008}"/>
              </a:ext>
            </a:extLst>
          </p:cNvPr>
          <p:cNvSpPr txBox="1"/>
          <p:nvPr/>
        </p:nvSpPr>
        <p:spPr>
          <a:xfrm>
            <a:off x="5524501" y="2726176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Light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93F382-985E-B567-AFFB-E79DAFE3FDE7}"/>
              </a:ext>
            </a:extLst>
          </p:cNvPr>
          <p:cNvSpPr txBox="1"/>
          <p:nvPr/>
        </p:nvSpPr>
        <p:spPr>
          <a:xfrm>
            <a:off x="6740526" y="2726176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Dark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4535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</dc:creator>
  <cp:lastModifiedBy>Thiago Toni</cp:lastModifiedBy>
  <cp:revision>3</cp:revision>
  <dcterms:created xsi:type="dcterms:W3CDTF">2026-05-17T03:10:24Z</dcterms:created>
  <dcterms:modified xsi:type="dcterms:W3CDTF">2026-05-18T13:42:05Z</dcterms:modified>
</cp:coreProperties>
</file>